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099C1-DB85-4978-9070-563DA15FFAD5}" v="12" dt="2025-09-25T19:39:08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owski, Keith" userId="c189b933-7e37-40c8-877b-1056b3892244" providerId="ADAL" clId="{EFE099C1-DB85-4978-9070-563DA15FFAD5}"/>
    <pc:docChg chg="custSel addSld delSld modSld">
      <pc:chgData name="Wojciechowski, Keith" userId="c189b933-7e37-40c8-877b-1056b3892244" providerId="ADAL" clId="{EFE099C1-DB85-4978-9070-563DA15FFAD5}" dt="2025-09-25T20:30:13.490" v="928" actId="47"/>
      <pc:docMkLst>
        <pc:docMk/>
      </pc:docMkLst>
      <pc:sldChg chg="new del">
        <pc:chgData name="Wojciechowski, Keith" userId="c189b933-7e37-40c8-877b-1056b3892244" providerId="ADAL" clId="{EFE099C1-DB85-4978-9070-563DA15FFAD5}" dt="2025-09-25T20:30:13.490" v="928" actId="47"/>
        <pc:sldMkLst>
          <pc:docMk/>
          <pc:sldMk cId="791116779" sldId="256"/>
        </pc:sldMkLst>
      </pc:sldChg>
      <pc:sldChg chg="addSp delSp modSp new mod">
        <pc:chgData name="Wojciechowski, Keith" userId="c189b933-7e37-40c8-877b-1056b3892244" providerId="ADAL" clId="{EFE099C1-DB85-4978-9070-563DA15FFAD5}" dt="2025-09-25T19:31:21.109" v="314" actId="1076"/>
        <pc:sldMkLst>
          <pc:docMk/>
          <pc:sldMk cId="923321615" sldId="257"/>
        </pc:sldMkLst>
        <pc:spChg chg="mod">
          <ac:chgData name="Wojciechowski, Keith" userId="c189b933-7e37-40c8-877b-1056b3892244" providerId="ADAL" clId="{EFE099C1-DB85-4978-9070-563DA15FFAD5}" dt="2025-09-25T19:26:38.362" v="104" actId="20577"/>
          <ac:spMkLst>
            <pc:docMk/>
            <pc:sldMk cId="923321615" sldId="257"/>
            <ac:spMk id="2" creationId="{79017307-1EC4-8A33-F47F-2944A26E504A}"/>
          </ac:spMkLst>
        </pc:spChg>
        <pc:spChg chg="del">
          <ac:chgData name="Wojciechowski, Keith" userId="c189b933-7e37-40c8-877b-1056b3892244" providerId="ADAL" clId="{EFE099C1-DB85-4978-9070-563DA15FFAD5}" dt="2025-09-25T19:22:40.113" v="2" actId="931"/>
          <ac:spMkLst>
            <pc:docMk/>
            <pc:sldMk cId="923321615" sldId="257"/>
            <ac:spMk id="3" creationId="{B92694D3-1637-4CAA-088E-9CB60053445D}"/>
          </ac:spMkLst>
        </pc:spChg>
        <pc:spChg chg="add mod">
          <ac:chgData name="Wojciechowski, Keith" userId="c189b933-7e37-40c8-877b-1056b3892244" providerId="ADAL" clId="{EFE099C1-DB85-4978-9070-563DA15FFAD5}" dt="2025-09-25T19:31:21.109" v="314" actId="1076"/>
          <ac:spMkLst>
            <pc:docMk/>
            <pc:sldMk cId="923321615" sldId="257"/>
            <ac:spMk id="6" creationId="{8E0AFA51-7D5A-550E-4C5D-EC07E8C3BDF9}"/>
          </ac:spMkLst>
        </pc:spChg>
        <pc:picChg chg="add mod">
          <ac:chgData name="Wojciechowski, Keith" userId="c189b933-7e37-40c8-877b-1056b3892244" providerId="ADAL" clId="{EFE099C1-DB85-4978-9070-563DA15FFAD5}" dt="2025-09-25T19:30:40.633" v="284" actId="1076"/>
          <ac:picMkLst>
            <pc:docMk/>
            <pc:sldMk cId="923321615" sldId="257"/>
            <ac:picMk id="5" creationId="{5D7A7968-5190-1BB8-85F0-9B867BF9B29A}"/>
          </ac:picMkLst>
        </pc:picChg>
      </pc:sldChg>
      <pc:sldChg chg="addSp delSp modSp new mod">
        <pc:chgData name="Wojciechowski, Keith" userId="c189b933-7e37-40c8-877b-1056b3892244" providerId="ADAL" clId="{EFE099C1-DB85-4978-9070-563DA15FFAD5}" dt="2025-09-25T19:42:24.820" v="927" actId="20577"/>
        <pc:sldMkLst>
          <pc:docMk/>
          <pc:sldMk cId="1573335155" sldId="258"/>
        </pc:sldMkLst>
        <pc:spChg chg="mod">
          <ac:chgData name="Wojciechowski, Keith" userId="c189b933-7e37-40c8-877b-1056b3892244" providerId="ADAL" clId="{EFE099C1-DB85-4978-9070-563DA15FFAD5}" dt="2025-09-25T19:34:05.950" v="366" actId="20577"/>
          <ac:spMkLst>
            <pc:docMk/>
            <pc:sldMk cId="1573335155" sldId="258"/>
            <ac:spMk id="2" creationId="{833D6182-F5B8-C9D5-8F7D-CEC9F73C1E62}"/>
          </ac:spMkLst>
        </pc:spChg>
        <pc:spChg chg="del">
          <ac:chgData name="Wojciechowski, Keith" userId="c189b933-7e37-40c8-877b-1056b3892244" providerId="ADAL" clId="{EFE099C1-DB85-4978-9070-563DA15FFAD5}" dt="2025-09-25T19:33:41.962" v="316" actId="931"/>
          <ac:spMkLst>
            <pc:docMk/>
            <pc:sldMk cId="1573335155" sldId="258"/>
            <ac:spMk id="3" creationId="{98BEB3BA-2E7F-D2AD-8943-08867878B7F1}"/>
          </ac:spMkLst>
        </pc:spChg>
        <pc:spChg chg="mod">
          <ac:chgData name="Wojciechowski, Keith" userId="c189b933-7e37-40c8-877b-1056b3892244" providerId="ADAL" clId="{EFE099C1-DB85-4978-9070-563DA15FFAD5}" dt="2025-09-25T19:42:24.820" v="927" actId="20577"/>
          <ac:spMkLst>
            <pc:docMk/>
            <pc:sldMk cId="1573335155" sldId="258"/>
            <ac:spMk id="4" creationId="{DB4D0DB8-68A1-AF71-3DBA-648D6CF176E9}"/>
          </ac:spMkLst>
        </pc:spChg>
        <pc:picChg chg="add mod">
          <ac:chgData name="Wojciechowski, Keith" userId="c189b933-7e37-40c8-877b-1056b3892244" providerId="ADAL" clId="{EFE099C1-DB85-4978-9070-563DA15FFAD5}" dt="2025-09-25T19:33:47.982" v="319" actId="14100"/>
          <ac:picMkLst>
            <pc:docMk/>
            <pc:sldMk cId="1573335155" sldId="258"/>
            <ac:picMk id="6" creationId="{C3DF56B7-4206-C9F9-EF5C-A4D212DBBFF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F1FC-DE60-D680-869B-17A18B6D1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9A415-CBCC-FBA2-3BBD-FC27F58B2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14C6C-296D-1BF1-D444-2CF5EEC9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4CA8-FD63-3BBD-B1E0-F85A5A82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F085D-B0C2-C551-F0CF-33DF9FD4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8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3FAC-60AA-03D8-7DFD-FF93C916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00DD9-5AE6-8861-3973-6FBCE6F41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D0BF5-FFEC-A68E-005D-810A1AC1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0603D-3BB8-1275-6EB8-9EB16F4F2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FB779-2ECE-9B01-8340-25B2DBF4F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8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DD1E-4A28-4541-5496-D7E4A98A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DAD2D-9B18-E6EB-B54D-56841BBF2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D67C7-41F4-5309-AD2A-FABDEAF52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8480D-4272-AE4D-3032-BFCD21BF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4DD35-A214-5333-BE55-F8639D74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B098-0914-D55D-FF79-1E8CEADD2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FC2EC-EDA2-E941-88AD-0D7F3C73C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0FD8A-61E2-B3C8-371C-0495AD60D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0EC76-688C-FED9-717F-A0FB7FBB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05F6D-DA22-C9CF-1FD8-5F543A62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186D4-2DB9-E493-EB3F-D1D4AFF28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18DC-A6A8-FDC7-034B-D0BDBD58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04D9A-BBE3-B57D-0526-AF25E78F5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E5452-C623-57A5-70BE-9EC23D41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695E8A-A414-DA4C-F8F4-8F69B1507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3536F-028A-8DC4-39D5-2B0B9965A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2BB2B7-4B1E-5294-6AA0-36896763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8F879-19F6-D3E3-B57B-4546A669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E0B89E-93A3-1AE5-7D8C-34E6F911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0972-55C4-3EC6-A072-6C31932F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7C638-BCAA-BC07-C535-72FF84991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A82CD-D676-AF2D-F464-14028D92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7B2C4-A01B-75E3-653F-F2D07ACD2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5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D7A02-FE42-A6B7-05BD-F3201892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0A68AB-84D2-721D-93E1-68B6EFD0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3FA8A-8F50-3810-273C-A5D3CCEE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7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40C8-F688-EC25-2AB4-E3946143A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E22D8-8014-CA77-FCE5-59AB56CBC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6DECB-8F80-8C7D-F318-150466555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A23B8-C565-A8D9-F56C-DE314FAD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0BD21-860B-BE04-7083-E9AAE41F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5F987-0776-74AF-B5DB-7EF5D9FF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4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2D5E-3C14-10F3-707A-8DAE38AAE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5A992-2F32-0452-55F9-C851B920C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CE831-F803-2C71-9482-E363E672B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CE316-FE4C-8F36-4614-BD90EC37C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178A2-17D4-3C99-45E4-A26FC147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4F56F-4B1B-9A41-6A27-F2DFC48E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35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B0AA-C8F0-AE4C-4DDF-9C85D353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B20B4-F467-D35D-860E-5D1CA5609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7E01-D517-D41B-2682-4F98D983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A2022-7523-8DCC-D19E-0AF38833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2698A-A0EF-5FAE-134E-C59CB46B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6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826DAE-8C9D-6496-CEDE-EE08B5FCD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72A4D-58A6-B236-891C-BEBFC5F6E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74B71-B37A-09B5-9E1A-E5A3A34E0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B7C56-BD31-AB0D-F90B-9C3915DF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F0BD2-32BE-0B67-1616-FD7F4CA3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7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67D1B-51F8-1411-0AEC-9F76B45C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B7983-F5C2-105D-8075-D338E3D8E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D799-9A29-D72A-74D4-DCE9D9A89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38085-778C-495F-8858-E26B9E48103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22C43-037C-3C51-9ACE-C1F79A5A5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F9975-0142-DD2A-0200-FBF952ECF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8F64D-1B9F-42E6-B717-182CA8D8A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8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naconda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ing.anaconda.com/courses/jupyter-notebook-basic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kaggle.com/learn/pand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7307-1EC4-8A33-F47F-2944A26E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19" y="758415"/>
            <a:ext cx="6582558" cy="1325563"/>
          </a:xfrm>
        </p:spPr>
        <p:txBody>
          <a:bodyPr/>
          <a:lstStyle/>
          <a:p>
            <a:r>
              <a:rPr lang="en-US" dirty="0"/>
              <a:t>Anaconda App 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7A7968-5190-1BB8-85F0-9B867BF9B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19" y="3055836"/>
            <a:ext cx="7477294" cy="34363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0AFA51-7D5A-550E-4C5D-EC07E8C3BDF9}"/>
              </a:ext>
            </a:extLst>
          </p:cNvPr>
          <p:cNvSpPr txBox="1"/>
          <p:nvPr/>
        </p:nvSpPr>
        <p:spPr>
          <a:xfrm>
            <a:off x="6912077" y="289679"/>
            <a:ext cx="45130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up an Anaconda account at </a:t>
            </a:r>
            <a:r>
              <a:rPr lang="en-US" dirty="0">
                <a:hlinkClick r:id="rId3"/>
              </a:rPr>
              <a:t>https://anaconda.com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will find Docs and courses under the Learning 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courses require payment or a subscription but there are free courses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you have an account, a good starting place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https://learning.anaconda.com/courses/jupyter-notebook-basics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321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6182-F5B8-C9D5-8F7D-CEC9F73C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Pandas on Kaggle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DF56B7-4206-C9F9-EF5C-A4D212DBB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7" y="1838960"/>
            <a:ext cx="6804651" cy="290093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0DB8-68A1-AF71-3DBA-648D6CF17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421558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up a Kaggle account at </a:t>
            </a:r>
            <a:r>
              <a:rPr lang="en-US" dirty="0">
                <a:hlinkClick r:id="rId3"/>
              </a:rPr>
              <a:t>https://www.kaggle.com/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 on the left panel for the </a:t>
            </a:r>
            <a:r>
              <a:rPr lang="en-US" i="1" dirty="0"/>
              <a:t>Learn</a:t>
            </a:r>
            <a:r>
              <a:rPr lang="en-US" dirty="0"/>
              <a:t> link to access the courses on Kaggle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whatever </a:t>
            </a:r>
            <a:r>
              <a:rPr lang="en-US"/>
              <a:t>courses capture </a:t>
            </a:r>
            <a:r>
              <a:rPr lang="en-US" dirty="0"/>
              <a:t>your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one of most immediate importance is the </a:t>
            </a:r>
            <a:r>
              <a:rPr lang="en-US" i="1" dirty="0"/>
              <a:t>Pandas</a:t>
            </a:r>
            <a:r>
              <a:rPr lang="en-US" dirty="0"/>
              <a:t> course </a:t>
            </a:r>
            <a:r>
              <a:rPr lang="en-US" dirty="0">
                <a:hlinkClick r:id="rId4"/>
              </a:rPr>
              <a:t>https://www.kaggle.com/learn/pandas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others may prove useful soon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Intro to 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Intermediate 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find it’s best to start with a project or problem first, then look to courses for context</a:t>
            </a:r>
          </a:p>
        </p:txBody>
      </p:sp>
    </p:spTree>
    <p:extLst>
      <p:ext uri="{BB962C8B-B14F-4D97-AF65-F5344CB8AC3E}">
        <p14:creationId xmlns:p14="http://schemas.microsoft.com/office/powerpoint/2010/main" val="157333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153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Anaconda App Dashboard</vt:lpstr>
      <vt:lpstr>Learning Pandas on Kaggle</vt:lpstr>
    </vt:vector>
  </TitlesOfParts>
  <Company>University of Wisconsin Stout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Wojciechowski, Keith</dc:creator>
  <cp:lastModifiedBy>Wojciechowski, Keith</cp:lastModifiedBy>
  <cp:revision>1</cp:revision>
  <dcterms:created xsi:type="dcterms:W3CDTF">2025-09-25T19:22:11Z</dcterms:created>
  <dcterms:modified xsi:type="dcterms:W3CDTF">2025-09-25T20:30:17Z</dcterms:modified>
</cp:coreProperties>
</file>